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9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BD4B56-7E7A-3DBB-9F27-26E716AD8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11F354-158B-AF8D-9D19-E59B53C7A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3DC9A5-E2E9-80AB-1BBD-680D8E89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D6AEE4-6B61-C4F0-4A86-02E1A5BAD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46B90A-6F90-0606-4147-F5D5AFD0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88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CD364-248D-934B-78C8-CED767D2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4D7B90-1A2F-702A-9382-4BDD0E74D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D948BF-FD47-5390-E348-65D380A5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6E65EF-5198-3E66-BCD8-A096C09C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2054C6-39B6-5CE4-CC1F-F48FFE87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53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A97D2-BB08-A9E5-82EF-E91C1C39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BEF693-7C91-D9C8-1842-331247767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0BF075-9FB7-FA05-BE31-8E094278B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57F25-146C-34A0-A30A-158C96C9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4B7AA0-7B19-082A-BC13-CCB5C2428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36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24920-FB87-F8DA-6875-3418549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CD33E8-5CB6-87D8-092B-74124AD2F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DFD8DD-BC18-B09D-C407-DA1A00E27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20257A-71AF-4E96-2C6D-95F629A0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87090A-8757-C26E-F64A-B2E30CAFB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C588F1-0C43-8FB0-48BE-8D3061D5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1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21520-1A70-1F88-C2FC-83178E00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C6C312-BF7B-7D08-36DC-62BFF8424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647FEE-F8DB-16F9-A2E3-63E52CEA5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D50254-9ECC-8B32-7AB4-5EB35B6C3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A29791-E496-EA56-3BF3-CF8AA46F6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A6302C-8155-3DA4-18CF-0F5A765D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7FEBD4-8B79-2CCF-8FE1-65D8B239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87BCDB-C9A7-1124-5248-F2D2CFC6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49213-2CB6-35A7-AD4E-710D64D1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9B5D34-C0D4-E383-6E46-3DA9A4CD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C51F-DEFC-A528-D3E3-0CACC6EE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760C7A-1A79-83F4-BC25-08D5DAE9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1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EF2406-07F2-4351-50FD-A3DD912CB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30E926-8E35-83ED-AC76-C1BB4D3AF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48451-8348-1C42-80AF-ABE8861C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062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E9FF0-3FDF-C9EC-EE4F-5A2DCA928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A78AF-7C1E-8518-BCA7-7DC52CA95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B70DA2-DE74-7AF0-7014-D1024E601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A7F220-8132-C48E-97E7-3F6E26F03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99FE7C-8CEB-56D5-E8D4-3FC8FB0CA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CB149A-C03B-0D8B-9D4B-1F970504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23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17C94-1718-5868-62D7-541A8507D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3CD1E6-9CAF-40F7-566F-FEF6C7EFB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9C4E8E-20E7-13F4-98A8-7B15CE594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89C629-4950-F24F-E445-686BE7C4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FB1095-A3BB-ADCF-0AB8-607BDEFCC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2817F0-1AA9-6879-2F90-251C1317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36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DA491-C182-763B-4907-178EB7A7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52D5E9-EDC8-9683-9E09-2AA17D24B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B12EB5-B410-ECAC-8BDE-9424C289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7059F9-5E83-8E88-997B-E783370C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C41DCC-6B82-CD87-54A4-891CD3C9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78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4785D01-025B-66BF-BF78-44D33B097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DE18F8-1F09-2EE6-894B-4091DA5CD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C64A3C-D413-7B4A-61CC-29722663C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33064F-B491-AA03-D4D0-A4851405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5F19A9-33C6-389C-AD14-6B322C9D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38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A01055-5F5B-2749-2DD8-FBC748AAA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DA3C17-D926-D223-4078-D6E128A29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D89822-B414-A6AB-72CA-37A321AE2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43243-1462-4C38-BBAD-981312924AEF}" type="datetimeFigureOut">
              <a:rPr lang="ko-KR" altLang="en-US" smtClean="0"/>
              <a:t>2025-03-18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097C72-CEE4-B860-9F1E-8B34E8840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7BC2D7-AD01-9F9A-85AF-BE61AA1D4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33EDD-E1C5-4827-9F05-47A987C0AE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27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12F7C-4614-4905-2FC4-3CABA994BE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요구사항</a:t>
            </a:r>
          </a:p>
        </p:txBody>
      </p:sp>
    </p:spTree>
    <p:extLst>
      <p:ext uri="{BB962C8B-B14F-4D97-AF65-F5344CB8AC3E}">
        <p14:creationId xmlns:p14="http://schemas.microsoft.com/office/powerpoint/2010/main" val="265636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78C59C6-5721-6306-97E9-E94ED23FBDC4}"/>
              </a:ext>
            </a:extLst>
          </p:cNvPr>
          <p:cNvSpPr/>
          <p:nvPr/>
        </p:nvSpPr>
        <p:spPr>
          <a:xfrm>
            <a:off x="1290761" y="770350"/>
            <a:ext cx="6156543" cy="5317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818072-234E-E924-E2B5-0EAF15CA8FA8}"/>
              </a:ext>
            </a:extLst>
          </p:cNvPr>
          <p:cNvSpPr/>
          <p:nvPr/>
        </p:nvSpPr>
        <p:spPr>
          <a:xfrm>
            <a:off x="7546929" y="770350"/>
            <a:ext cx="3125245" cy="5317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B6CB6FD1-3020-3D2D-1CEB-644FDDCF4243}"/>
              </a:ext>
            </a:extLst>
          </p:cNvPr>
          <p:cNvSpPr/>
          <p:nvPr/>
        </p:nvSpPr>
        <p:spPr>
          <a:xfrm rot="10483084">
            <a:off x="9296469" y="3267406"/>
            <a:ext cx="61030" cy="1283301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B8C136B-A2CB-D248-D225-29BDDA93FA4E}"/>
              </a:ext>
            </a:extLst>
          </p:cNvPr>
          <p:cNvSpPr/>
          <p:nvPr/>
        </p:nvSpPr>
        <p:spPr>
          <a:xfrm>
            <a:off x="5358037" y="1344472"/>
            <a:ext cx="1156570" cy="170353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0180BC8-1172-5A1E-C02A-12A93D2DE91C}"/>
              </a:ext>
            </a:extLst>
          </p:cNvPr>
          <p:cNvSpPr/>
          <p:nvPr/>
        </p:nvSpPr>
        <p:spPr>
          <a:xfrm>
            <a:off x="2349861" y="879652"/>
            <a:ext cx="876454" cy="1809062"/>
          </a:xfrm>
          <a:prstGeom prst="round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49561D-0777-AA3C-052C-2BCB2C7C9D05}"/>
              </a:ext>
            </a:extLst>
          </p:cNvPr>
          <p:cNvSpPr/>
          <p:nvPr/>
        </p:nvSpPr>
        <p:spPr>
          <a:xfrm>
            <a:off x="2408143" y="1070443"/>
            <a:ext cx="732599" cy="15226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F750D6B-2676-CB38-2765-E9E4A728D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871" y="907149"/>
            <a:ext cx="100568" cy="12995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4599E15-30EF-4FD6-BD83-95C7CE4E2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387" y="2598410"/>
            <a:ext cx="201135" cy="25991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B538C0-647C-013E-9E8A-B8F9996FCF54}"/>
              </a:ext>
            </a:extLst>
          </p:cNvPr>
          <p:cNvSpPr txBox="1"/>
          <p:nvPr/>
        </p:nvSpPr>
        <p:spPr>
          <a:xfrm>
            <a:off x="5292275" y="2026964"/>
            <a:ext cx="1288093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dirty="0" err="1">
                <a:solidFill>
                  <a:schemeClr val="bg1"/>
                </a:solidFill>
              </a:rPr>
              <a:t>인공달팽이관</a:t>
            </a:r>
            <a:r>
              <a:rPr lang="ko-KR" altLang="en-US" sz="1100" dirty="0">
                <a:solidFill>
                  <a:schemeClr val="bg1"/>
                </a:solidFill>
              </a:rPr>
              <a:t> 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외부장치 Sound1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CA9A82-632E-1331-BEE8-FC1358E76C91}"/>
              </a:ext>
            </a:extLst>
          </p:cNvPr>
          <p:cNvSpPr txBox="1"/>
          <p:nvPr/>
        </p:nvSpPr>
        <p:spPr>
          <a:xfrm>
            <a:off x="2427276" y="1576033"/>
            <a:ext cx="69433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스마트폰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100" b="1" dirty="0" err="1">
                <a:solidFill>
                  <a:schemeClr val="bg1"/>
                </a:solidFill>
              </a:rPr>
              <a:t>리모콘</a:t>
            </a:r>
            <a:r>
              <a:rPr lang="ko-KR" altLang="en-US" sz="1100" b="1" dirty="0">
                <a:solidFill>
                  <a:schemeClr val="bg1"/>
                </a:solidFill>
              </a:rPr>
              <a:t> 앱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DEBF622-CBCE-C50B-F0E1-8BB9A149F4D1}"/>
              </a:ext>
            </a:extLst>
          </p:cNvPr>
          <p:cNvSpPr/>
          <p:nvPr/>
        </p:nvSpPr>
        <p:spPr>
          <a:xfrm>
            <a:off x="8763517" y="1744249"/>
            <a:ext cx="1005216" cy="964504"/>
          </a:xfrm>
          <a:prstGeom prst="ellipse">
            <a:avLst/>
          </a:prstGeom>
          <a:solidFill>
            <a:schemeClr val="bg1">
              <a:lumMod val="95000"/>
              <a:alpha val="86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BDBE362-EB91-1A39-A5B2-1CB3D81D52AF}"/>
              </a:ext>
            </a:extLst>
          </p:cNvPr>
          <p:cNvSpPr/>
          <p:nvPr/>
        </p:nvSpPr>
        <p:spPr>
          <a:xfrm>
            <a:off x="9128339" y="2094978"/>
            <a:ext cx="275573" cy="256783"/>
          </a:xfrm>
          <a:prstGeom prst="ellipse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A94A5596-8CAE-7CA5-5E1E-8E2B84CE2EFA}"/>
              </a:ext>
            </a:extLst>
          </p:cNvPr>
          <p:cNvSpPr/>
          <p:nvPr/>
        </p:nvSpPr>
        <p:spPr>
          <a:xfrm rot="10800000">
            <a:off x="9234811" y="3264188"/>
            <a:ext cx="62628" cy="1839991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F5E875D-5EF9-6611-76E2-4DCDDA7114CD}"/>
              </a:ext>
            </a:extLst>
          </p:cNvPr>
          <p:cNvSpPr/>
          <p:nvPr/>
        </p:nvSpPr>
        <p:spPr>
          <a:xfrm>
            <a:off x="8787786" y="2708753"/>
            <a:ext cx="956678" cy="582285"/>
          </a:xfrm>
          <a:prstGeom prst="round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9EDADF-6DD4-5BBA-EA1E-0788B2E36E2E}"/>
              </a:ext>
            </a:extLst>
          </p:cNvPr>
          <p:cNvSpPr txBox="1"/>
          <p:nvPr/>
        </p:nvSpPr>
        <p:spPr>
          <a:xfrm>
            <a:off x="8622079" y="2839924"/>
            <a:ext cx="1288093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dirty="0" err="1"/>
              <a:t>인공달팽이관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algn="ctr"/>
            <a:r>
              <a:rPr lang="ko-KR" altLang="en-US" sz="1100" b="1" dirty="0"/>
              <a:t>내부장치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4B4A9C-7E29-82C9-032E-49C323BCE6D2}"/>
              </a:ext>
            </a:extLst>
          </p:cNvPr>
          <p:cNvSpPr txBox="1"/>
          <p:nvPr/>
        </p:nvSpPr>
        <p:spPr>
          <a:xfrm>
            <a:off x="2310399" y="5630449"/>
            <a:ext cx="4166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인공 달팽이관 외부장치 시스템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D86133-3172-EB7C-4257-9732D4F368B5}"/>
              </a:ext>
            </a:extLst>
          </p:cNvPr>
          <p:cNvSpPr txBox="1"/>
          <p:nvPr/>
        </p:nvSpPr>
        <p:spPr>
          <a:xfrm>
            <a:off x="7045236" y="5628175"/>
            <a:ext cx="4166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인공 달팽이관 내부장치 시스템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405A076-119A-2FDD-554C-43FDD9393263}"/>
              </a:ext>
            </a:extLst>
          </p:cNvPr>
          <p:cNvGrpSpPr/>
          <p:nvPr/>
        </p:nvGrpSpPr>
        <p:grpSpPr>
          <a:xfrm rot="5400000">
            <a:off x="6523356" y="1892485"/>
            <a:ext cx="626301" cy="607512"/>
            <a:chOff x="3118981" y="1384126"/>
            <a:chExt cx="626301" cy="607512"/>
          </a:xfrm>
        </p:grpSpPr>
        <p:sp>
          <p:nvSpPr>
            <p:cNvPr id="23" name="막힌 원호 22">
              <a:extLst>
                <a:ext uri="{FF2B5EF4-FFF2-40B4-BE49-F238E27FC236}">
                  <a16:creationId xmlns:a16="http://schemas.microsoft.com/office/drawing/2014/main" id="{F2EF3867-B9AC-0670-4520-664E6B30AFBA}"/>
                </a:ext>
              </a:extLst>
            </p:cNvPr>
            <p:cNvSpPr/>
            <p:nvPr/>
          </p:nvSpPr>
          <p:spPr>
            <a:xfrm>
              <a:off x="3118981" y="1384126"/>
              <a:ext cx="626301" cy="607512"/>
            </a:xfrm>
            <a:prstGeom prst="blockArc">
              <a:avLst>
                <a:gd name="adj1" fmla="val 11478595"/>
                <a:gd name="adj2" fmla="val 21155729"/>
                <a:gd name="adj3" fmla="val 923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막힌 원호 23">
              <a:extLst>
                <a:ext uri="{FF2B5EF4-FFF2-40B4-BE49-F238E27FC236}">
                  <a16:creationId xmlns:a16="http://schemas.microsoft.com/office/drawing/2014/main" id="{A22C417F-4488-713D-52F3-1D294F8C81E7}"/>
                </a:ext>
              </a:extLst>
            </p:cNvPr>
            <p:cNvSpPr/>
            <p:nvPr/>
          </p:nvSpPr>
          <p:spPr>
            <a:xfrm>
              <a:off x="3212926" y="1536526"/>
              <a:ext cx="438410" cy="455112"/>
            </a:xfrm>
            <a:prstGeom prst="blockArc">
              <a:avLst>
                <a:gd name="adj1" fmla="val 11478595"/>
                <a:gd name="adj2" fmla="val 20936095"/>
                <a:gd name="adj3" fmla="val 847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막힌 원호 24">
              <a:extLst>
                <a:ext uri="{FF2B5EF4-FFF2-40B4-BE49-F238E27FC236}">
                  <a16:creationId xmlns:a16="http://schemas.microsoft.com/office/drawing/2014/main" id="{1B034831-7571-D84C-C372-7ECD1C396E47}"/>
                </a:ext>
              </a:extLst>
            </p:cNvPr>
            <p:cNvSpPr/>
            <p:nvPr/>
          </p:nvSpPr>
          <p:spPr>
            <a:xfrm>
              <a:off x="3280882" y="1677617"/>
              <a:ext cx="302497" cy="314021"/>
            </a:xfrm>
            <a:prstGeom prst="blockArc">
              <a:avLst>
                <a:gd name="adj1" fmla="val 11478595"/>
                <a:gd name="adj2" fmla="val 20913130"/>
                <a:gd name="adj3" fmla="val 985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E4B7243-B1BF-5729-8066-0EA2877E3845}"/>
                </a:ext>
              </a:extLst>
            </p:cNvPr>
            <p:cNvSpPr/>
            <p:nvPr/>
          </p:nvSpPr>
          <p:spPr>
            <a:xfrm>
              <a:off x="3393606" y="1834627"/>
              <a:ext cx="70373" cy="7037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B398570-003D-36E2-8EB3-F1A2E997E0FF}"/>
              </a:ext>
            </a:extLst>
          </p:cNvPr>
          <p:cNvGrpSpPr/>
          <p:nvPr/>
        </p:nvGrpSpPr>
        <p:grpSpPr>
          <a:xfrm rot="16200000">
            <a:off x="7922129" y="1882385"/>
            <a:ext cx="626301" cy="607512"/>
            <a:chOff x="3118981" y="1384126"/>
            <a:chExt cx="626301" cy="607512"/>
          </a:xfrm>
        </p:grpSpPr>
        <p:sp>
          <p:nvSpPr>
            <p:cNvPr id="29" name="막힌 원호 28">
              <a:extLst>
                <a:ext uri="{FF2B5EF4-FFF2-40B4-BE49-F238E27FC236}">
                  <a16:creationId xmlns:a16="http://schemas.microsoft.com/office/drawing/2014/main" id="{9BE54509-9036-8DDF-C833-56912E39AFBF}"/>
                </a:ext>
              </a:extLst>
            </p:cNvPr>
            <p:cNvSpPr/>
            <p:nvPr/>
          </p:nvSpPr>
          <p:spPr>
            <a:xfrm>
              <a:off x="3118981" y="1384126"/>
              <a:ext cx="626301" cy="607512"/>
            </a:xfrm>
            <a:prstGeom prst="blockArc">
              <a:avLst>
                <a:gd name="adj1" fmla="val 11478595"/>
                <a:gd name="adj2" fmla="val 21155729"/>
                <a:gd name="adj3" fmla="val 923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막힌 원호 29">
              <a:extLst>
                <a:ext uri="{FF2B5EF4-FFF2-40B4-BE49-F238E27FC236}">
                  <a16:creationId xmlns:a16="http://schemas.microsoft.com/office/drawing/2014/main" id="{CB6B2D36-692D-B9EB-21BF-57604C974C3C}"/>
                </a:ext>
              </a:extLst>
            </p:cNvPr>
            <p:cNvSpPr/>
            <p:nvPr/>
          </p:nvSpPr>
          <p:spPr>
            <a:xfrm>
              <a:off x="3212926" y="1536526"/>
              <a:ext cx="438410" cy="455112"/>
            </a:xfrm>
            <a:prstGeom prst="blockArc">
              <a:avLst>
                <a:gd name="adj1" fmla="val 11478595"/>
                <a:gd name="adj2" fmla="val 20936095"/>
                <a:gd name="adj3" fmla="val 847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막힌 원호 30">
              <a:extLst>
                <a:ext uri="{FF2B5EF4-FFF2-40B4-BE49-F238E27FC236}">
                  <a16:creationId xmlns:a16="http://schemas.microsoft.com/office/drawing/2014/main" id="{F1B02988-5D41-A5B8-452A-C33C0A206339}"/>
                </a:ext>
              </a:extLst>
            </p:cNvPr>
            <p:cNvSpPr/>
            <p:nvPr/>
          </p:nvSpPr>
          <p:spPr>
            <a:xfrm>
              <a:off x="3280882" y="1677617"/>
              <a:ext cx="302497" cy="314021"/>
            </a:xfrm>
            <a:prstGeom prst="blockArc">
              <a:avLst>
                <a:gd name="adj1" fmla="val 11478595"/>
                <a:gd name="adj2" fmla="val 20913130"/>
                <a:gd name="adj3" fmla="val 985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6FC25E7-91C1-1BEA-8536-F2CC0013A4DE}"/>
                </a:ext>
              </a:extLst>
            </p:cNvPr>
            <p:cNvSpPr/>
            <p:nvPr/>
          </p:nvSpPr>
          <p:spPr>
            <a:xfrm>
              <a:off x="3393606" y="1834627"/>
              <a:ext cx="70373" cy="7037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9335A03-1C55-2F0C-D3B6-A822217D7478}"/>
              </a:ext>
            </a:extLst>
          </p:cNvPr>
          <p:cNvSpPr/>
          <p:nvPr/>
        </p:nvSpPr>
        <p:spPr>
          <a:xfrm rot="5400000">
            <a:off x="2338645" y="2171355"/>
            <a:ext cx="1543588" cy="3076974"/>
          </a:xfrm>
          <a:prstGeom prst="round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7F2F3B-8C2E-D6B0-0940-2A7918BE7F52}"/>
              </a:ext>
            </a:extLst>
          </p:cNvPr>
          <p:cNvSpPr/>
          <p:nvPr/>
        </p:nvSpPr>
        <p:spPr>
          <a:xfrm rot="5400000">
            <a:off x="2503280" y="2348099"/>
            <a:ext cx="1303867" cy="270053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6E083DF-BB42-78E3-AE83-F9B2891E7A78}"/>
              </a:ext>
            </a:extLst>
          </p:cNvPr>
          <p:cNvSpPr/>
          <p:nvPr/>
        </p:nvSpPr>
        <p:spPr>
          <a:xfrm>
            <a:off x="1585543" y="3654893"/>
            <a:ext cx="174705" cy="1747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4B6AB2-2EC9-0457-80EE-8C20A7292E2E}"/>
              </a:ext>
            </a:extLst>
          </p:cNvPr>
          <p:cNvSpPr txBox="1"/>
          <p:nvPr/>
        </p:nvSpPr>
        <p:spPr>
          <a:xfrm>
            <a:off x="2753799" y="3548259"/>
            <a:ext cx="69433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태블릿 </a:t>
            </a:r>
            <a:r>
              <a:rPr lang="en-US" altLang="ko-KR" sz="1000" dirty="0">
                <a:solidFill>
                  <a:schemeClr val="bg1"/>
                </a:solidFill>
              </a:rPr>
              <a:t>PC</a:t>
            </a: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매핑 앱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B2CC063-727E-B997-10D5-F7C7F61A5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919" y="4080517"/>
            <a:ext cx="100568" cy="129957"/>
          </a:xfrm>
          <a:prstGeom prst="rect">
            <a:avLst/>
          </a:prstGeom>
        </p:spPr>
      </p:pic>
      <p:sp>
        <p:nvSpPr>
          <p:cNvPr id="34" name="순서도: 처리 33">
            <a:extLst>
              <a:ext uri="{FF2B5EF4-FFF2-40B4-BE49-F238E27FC236}">
                <a16:creationId xmlns:a16="http://schemas.microsoft.com/office/drawing/2014/main" id="{D91D3768-0C57-76BF-A3C4-429F111E7F9D}"/>
              </a:ext>
            </a:extLst>
          </p:cNvPr>
          <p:cNvSpPr/>
          <p:nvPr/>
        </p:nvSpPr>
        <p:spPr>
          <a:xfrm>
            <a:off x="5358037" y="3097938"/>
            <a:ext cx="1530261" cy="2446565"/>
          </a:xfrm>
          <a:prstGeom prst="flowChartProcess">
            <a:avLst/>
          </a:prstGeom>
          <a:solidFill>
            <a:schemeClr val="accent1"/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휴대 보관함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35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5C1196C3-DB2C-6B79-8FCD-C159E9679CBF}"/>
              </a:ext>
            </a:extLst>
          </p:cNvPr>
          <p:cNvSpPr/>
          <p:nvPr/>
        </p:nvSpPr>
        <p:spPr>
          <a:xfrm>
            <a:off x="8377315" y="4100765"/>
            <a:ext cx="729877" cy="135889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B6CB6FD1-3020-3D2D-1CEB-644FDDCF4243}"/>
              </a:ext>
            </a:extLst>
          </p:cNvPr>
          <p:cNvSpPr/>
          <p:nvPr/>
        </p:nvSpPr>
        <p:spPr>
          <a:xfrm rot="10483084">
            <a:off x="9615875" y="3335092"/>
            <a:ext cx="61030" cy="1283301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B8C136B-A2CB-D248-D225-29BDDA93FA4E}"/>
              </a:ext>
            </a:extLst>
          </p:cNvPr>
          <p:cNvSpPr/>
          <p:nvPr/>
        </p:nvSpPr>
        <p:spPr>
          <a:xfrm>
            <a:off x="5610097" y="1474835"/>
            <a:ext cx="1118772" cy="161185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B538C0-647C-013E-9E8A-B8F9996FCF54}"/>
              </a:ext>
            </a:extLst>
          </p:cNvPr>
          <p:cNvSpPr txBox="1"/>
          <p:nvPr/>
        </p:nvSpPr>
        <p:spPr>
          <a:xfrm>
            <a:off x="5564596" y="3499277"/>
            <a:ext cx="1288093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dirty="0" err="1"/>
              <a:t>인공달팽이관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algn="ctr"/>
            <a:r>
              <a:rPr lang="ko-KR" altLang="en-US" sz="1100" b="1" dirty="0"/>
              <a:t>외부장치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DEBF622-CBCE-C50B-F0E1-8BB9A149F4D1}"/>
              </a:ext>
            </a:extLst>
          </p:cNvPr>
          <p:cNvSpPr/>
          <p:nvPr/>
        </p:nvSpPr>
        <p:spPr>
          <a:xfrm>
            <a:off x="9082923" y="1811935"/>
            <a:ext cx="1005216" cy="964504"/>
          </a:xfrm>
          <a:prstGeom prst="ellipse">
            <a:avLst/>
          </a:prstGeom>
          <a:solidFill>
            <a:schemeClr val="bg1">
              <a:lumMod val="95000"/>
              <a:alpha val="86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BDBE362-EB91-1A39-A5B2-1CB3D81D52AF}"/>
              </a:ext>
            </a:extLst>
          </p:cNvPr>
          <p:cNvSpPr/>
          <p:nvPr/>
        </p:nvSpPr>
        <p:spPr>
          <a:xfrm>
            <a:off x="9447745" y="2162664"/>
            <a:ext cx="275573" cy="256783"/>
          </a:xfrm>
          <a:prstGeom prst="ellipse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A94A5596-8CAE-7CA5-5E1E-8E2B84CE2EFA}"/>
              </a:ext>
            </a:extLst>
          </p:cNvPr>
          <p:cNvSpPr/>
          <p:nvPr/>
        </p:nvSpPr>
        <p:spPr>
          <a:xfrm rot="10800000">
            <a:off x="9554217" y="3331874"/>
            <a:ext cx="62628" cy="1839991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F5E875D-5EF9-6611-76E2-4DCDDA7114CD}"/>
              </a:ext>
            </a:extLst>
          </p:cNvPr>
          <p:cNvSpPr/>
          <p:nvPr/>
        </p:nvSpPr>
        <p:spPr>
          <a:xfrm>
            <a:off x="9107192" y="2776439"/>
            <a:ext cx="956678" cy="582285"/>
          </a:xfrm>
          <a:prstGeom prst="round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405A076-119A-2FDD-554C-43FDD9393263}"/>
              </a:ext>
            </a:extLst>
          </p:cNvPr>
          <p:cNvGrpSpPr/>
          <p:nvPr/>
        </p:nvGrpSpPr>
        <p:grpSpPr>
          <a:xfrm rot="5400000">
            <a:off x="6686284" y="1958583"/>
            <a:ext cx="626301" cy="607512"/>
            <a:chOff x="3118981" y="1384126"/>
            <a:chExt cx="626301" cy="60751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막힌 원호 22">
              <a:extLst>
                <a:ext uri="{FF2B5EF4-FFF2-40B4-BE49-F238E27FC236}">
                  <a16:creationId xmlns:a16="http://schemas.microsoft.com/office/drawing/2014/main" id="{F2EF3867-B9AC-0670-4520-664E6B30AFBA}"/>
                </a:ext>
              </a:extLst>
            </p:cNvPr>
            <p:cNvSpPr/>
            <p:nvPr/>
          </p:nvSpPr>
          <p:spPr>
            <a:xfrm>
              <a:off x="3118981" y="1384126"/>
              <a:ext cx="626301" cy="607512"/>
            </a:xfrm>
            <a:prstGeom prst="blockArc">
              <a:avLst>
                <a:gd name="adj1" fmla="val 11478595"/>
                <a:gd name="adj2" fmla="val 21155729"/>
                <a:gd name="adj3" fmla="val 923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막힌 원호 23">
              <a:extLst>
                <a:ext uri="{FF2B5EF4-FFF2-40B4-BE49-F238E27FC236}">
                  <a16:creationId xmlns:a16="http://schemas.microsoft.com/office/drawing/2014/main" id="{A22C417F-4488-713D-52F3-1D294F8C81E7}"/>
                </a:ext>
              </a:extLst>
            </p:cNvPr>
            <p:cNvSpPr/>
            <p:nvPr/>
          </p:nvSpPr>
          <p:spPr>
            <a:xfrm>
              <a:off x="3212926" y="1536526"/>
              <a:ext cx="438410" cy="455112"/>
            </a:xfrm>
            <a:prstGeom prst="blockArc">
              <a:avLst>
                <a:gd name="adj1" fmla="val 11478595"/>
                <a:gd name="adj2" fmla="val 20936095"/>
                <a:gd name="adj3" fmla="val 84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막힌 원호 24">
              <a:extLst>
                <a:ext uri="{FF2B5EF4-FFF2-40B4-BE49-F238E27FC236}">
                  <a16:creationId xmlns:a16="http://schemas.microsoft.com/office/drawing/2014/main" id="{1B034831-7571-D84C-C372-7ECD1C396E47}"/>
                </a:ext>
              </a:extLst>
            </p:cNvPr>
            <p:cNvSpPr/>
            <p:nvPr/>
          </p:nvSpPr>
          <p:spPr>
            <a:xfrm>
              <a:off x="3280882" y="1677617"/>
              <a:ext cx="302497" cy="314021"/>
            </a:xfrm>
            <a:prstGeom prst="blockArc">
              <a:avLst>
                <a:gd name="adj1" fmla="val 11478595"/>
                <a:gd name="adj2" fmla="val 20913130"/>
                <a:gd name="adj3" fmla="val 98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E4B7243-B1BF-5729-8066-0EA2877E3845}"/>
                </a:ext>
              </a:extLst>
            </p:cNvPr>
            <p:cNvSpPr/>
            <p:nvPr/>
          </p:nvSpPr>
          <p:spPr>
            <a:xfrm>
              <a:off x="3393606" y="1834627"/>
              <a:ext cx="70373" cy="703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B398570-003D-36E2-8EB3-F1A2E997E0FF}"/>
              </a:ext>
            </a:extLst>
          </p:cNvPr>
          <p:cNvGrpSpPr/>
          <p:nvPr/>
        </p:nvGrpSpPr>
        <p:grpSpPr>
          <a:xfrm rot="16200000">
            <a:off x="8466017" y="1977006"/>
            <a:ext cx="626301" cy="607512"/>
            <a:chOff x="3118981" y="1384126"/>
            <a:chExt cx="626301" cy="60751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9" name="막힌 원호 28">
              <a:extLst>
                <a:ext uri="{FF2B5EF4-FFF2-40B4-BE49-F238E27FC236}">
                  <a16:creationId xmlns:a16="http://schemas.microsoft.com/office/drawing/2014/main" id="{9BE54509-9036-8DDF-C833-56912E39AFBF}"/>
                </a:ext>
              </a:extLst>
            </p:cNvPr>
            <p:cNvSpPr/>
            <p:nvPr/>
          </p:nvSpPr>
          <p:spPr>
            <a:xfrm>
              <a:off x="3118981" y="1384126"/>
              <a:ext cx="626301" cy="607512"/>
            </a:xfrm>
            <a:prstGeom prst="blockArc">
              <a:avLst>
                <a:gd name="adj1" fmla="val 11478595"/>
                <a:gd name="adj2" fmla="val 21155729"/>
                <a:gd name="adj3" fmla="val 923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막힌 원호 29">
              <a:extLst>
                <a:ext uri="{FF2B5EF4-FFF2-40B4-BE49-F238E27FC236}">
                  <a16:creationId xmlns:a16="http://schemas.microsoft.com/office/drawing/2014/main" id="{CB6B2D36-692D-B9EB-21BF-57604C974C3C}"/>
                </a:ext>
              </a:extLst>
            </p:cNvPr>
            <p:cNvSpPr/>
            <p:nvPr/>
          </p:nvSpPr>
          <p:spPr>
            <a:xfrm>
              <a:off x="3212926" y="1536526"/>
              <a:ext cx="438410" cy="455112"/>
            </a:xfrm>
            <a:prstGeom prst="blockArc">
              <a:avLst>
                <a:gd name="adj1" fmla="val 11478595"/>
                <a:gd name="adj2" fmla="val 20936095"/>
                <a:gd name="adj3" fmla="val 84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막힌 원호 30">
              <a:extLst>
                <a:ext uri="{FF2B5EF4-FFF2-40B4-BE49-F238E27FC236}">
                  <a16:creationId xmlns:a16="http://schemas.microsoft.com/office/drawing/2014/main" id="{F1B02988-5D41-A5B8-452A-C33C0A206339}"/>
                </a:ext>
              </a:extLst>
            </p:cNvPr>
            <p:cNvSpPr/>
            <p:nvPr/>
          </p:nvSpPr>
          <p:spPr>
            <a:xfrm>
              <a:off x="3280882" y="1677617"/>
              <a:ext cx="302497" cy="314021"/>
            </a:xfrm>
            <a:prstGeom prst="blockArc">
              <a:avLst>
                <a:gd name="adj1" fmla="val 11478595"/>
                <a:gd name="adj2" fmla="val 20913130"/>
                <a:gd name="adj3" fmla="val 98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6FC25E7-91C1-1BEA-8536-F2CC0013A4DE}"/>
                </a:ext>
              </a:extLst>
            </p:cNvPr>
            <p:cNvSpPr/>
            <p:nvPr/>
          </p:nvSpPr>
          <p:spPr>
            <a:xfrm>
              <a:off x="3393606" y="1834627"/>
              <a:ext cx="70373" cy="703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A159BF-47DB-3852-4870-87E975AC6D37}"/>
              </a:ext>
            </a:extLst>
          </p:cNvPr>
          <p:cNvSpPr txBox="1"/>
          <p:nvPr/>
        </p:nvSpPr>
        <p:spPr>
          <a:xfrm>
            <a:off x="9723318" y="3499277"/>
            <a:ext cx="1288093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dirty="0" err="1"/>
              <a:t>인공달팽이관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algn="ctr"/>
            <a:r>
              <a:rPr lang="ko-KR" altLang="en-US" sz="1100" b="1" dirty="0"/>
              <a:t>내부장치</a:t>
            </a:r>
          </a:p>
        </p:txBody>
      </p:sp>
      <p:sp>
        <p:nvSpPr>
          <p:cNvPr id="9" name="화살표: 왼쪽/오른쪽 8">
            <a:extLst>
              <a:ext uri="{FF2B5EF4-FFF2-40B4-BE49-F238E27FC236}">
                <a16:creationId xmlns:a16="http://schemas.microsoft.com/office/drawing/2014/main" id="{41B1616D-DBE7-1C71-8784-F9BE550E9FB8}"/>
              </a:ext>
            </a:extLst>
          </p:cNvPr>
          <p:cNvSpPr/>
          <p:nvPr/>
        </p:nvSpPr>
        <p:spPr>
          <a:xfrm>
            <a:off x="7544305" y="2348649"/>
            <a:ext cx="647708" cy="427790"/>
          </a:xfrm>
          <a:prstGeom prst="leftRightArrow">
            <a:avLst>
              <a:gd name="adj1" fmla="val 44144"/>
              <a:gd name="adj2" fmla="val 50000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F72EF507-F4A7-2CC5-F954-863CC7694EB9}"/>
              </a:ext>
            </a:extLst>
          </p:cNvPr>
          <p:cNvSpPr/>
          <p:nvPr/>
        </p:nvSpPr>
        <p:spPr>
          <a:xfrm>
            <a:off x="7593884" y="1808579"/>
            <a:ext cx="669107" cy="48560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전력</a:t>
            </a:r>
          </a:p>
        </p:txBody>
      </p:sp>
      <p:sp>
        <p:nvSpPr>
          <p:cNvPr id="54" name="폭발: 14pt 53">
            <a:extLst>
              <a:ext uri="{FF2B5EF4-FFF2-40B4-BE49-F238E27FC236}">
                <a16:creationId xmlns:a16="http://schemas.microsoft.com/office/drawing/2014/main" id="{85434733-8BE3-873F-DD76-E6C35252CC8B}"/>
              </a:ext>
            </a:extLst>
          </p:cNvPr>
          <p:cNvSpPr/>
          <p:nvPr/>
        </p:nvSpPr>
        <p:spPr>
          <a:xfrm>
            <a:off x="4140092" y="1781828"/>
            <a:ext cx="793315" cy="1024718"/>
          </a:xfrm>
          <a:prstGeom prst="irregularSeal2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소리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8E497BF-CB1E-EB30-8D2A-FAACCC534D8D}"/>
              </a:ext>
            </a:extLst>
          </p:cNvPr>
          <p:cNvCxnSpPr>
            <a:cxnSpLocks/>
          </p:cNvCxnSpPr>
          <p:nvPr/>
        </p:nvCxnSpPr>
        <p:spPr>
          <a:xfrm>
            <a:off x="4809538" y="2319587"/>
            <a:ext cx="7327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5DDD808-2B37-0FC0-8AD8-64910A0220EC}"/>
              </a:ext>
            </a:extLst>
          </p:cNvPr>
          <p:cNvGrpSpPr/>
          <p:nvPr/>
        </p:nvGrpSpPr>
        <p:grpSpPr>
          <a:xfrm>
            <a:off x="8603816" y="4937628"/>
            <a:ext cx="224730" cy="181505"/>
            <a:chOff x="6471192" y="5403850"/>
            <a:chExt cx="1005131" cy="791402"/>
          </a:xfrm>
        </p:grpSpPr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8210FE9C-AF53-400B-DD67-C67486C89DA0}"/>
                </a:ext>
              </a:extLst>
            </p:cNvPr>
            <p:cNvCxnSpPr/>
            <p:nvPr/>
          </p:nvCxnSpPr>
          <p:spPr>
            <a:xfrm>
              <a:off x="6471192" y="5799551"/>
              <a:ext cx="341547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2B9554FB-2E78-BDDE-8975-545F90103888}"/>
                </a:ext>
              </a:extLst>
            </p:cNvPr>
            <p:cNvCxnSpPr/>
            <p:nvPr/>
          </p:nvCxnSpPr>
          <p:spPr>
            <a:xfrm>
              <a:off x="7134776" y="5799551"/>
              <a:ext cx="341547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482CC5A0-E69E-2864-B2A0-1F317B045F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2739" y="5799551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231075AE-81F4-A32B-E468-C743D43496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3553" y="5799551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48288E80-448E-5D2B-FF43-D42F4A28CB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7952" y="5403850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263A4AF-38E9-07CF-5A27-3B08231F427D}"/>
                </a:ext>
              </a:extLst>
            </p:cNvPr>
            <p:cNvCxnSpPr>
              <a:cxnSpLocks/>
            </p:cNvCxnSpPr>
            <p:nvPr/>
          </p:nvCxnSpPr>
          <p:spPr>
            <a:xfrm>
              <a:off x="6814008" y="6195252"/>
              <a:ext cx="149545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4BDD0E99-07B5-E6CE-BFF7-793608DB2EAA}"/>
                </a:ext>
              </a:extLst>
            </p:cNvPr>
            <p:cNvCxnSpPr>
              <a:cxnSpLocks/>
            </p:cNvCxnSpPr>
            <p:nvPr/>
          </p:nvCxnSpPr>
          <p:spPr>
            <a:xfrm>
              <a:off x="6988407" y="5403850"/>
              <a:ext cx="149545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2E1953D7-8A9E-70A7-4552-33671F634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8947" y="5403850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31DB8A42-5A44-4EA7-099A-96B8EC8E94D1}"/>
                </a:ext>
              </a:extLst>
            </p:cNvPr>
            <p:cNvCxnSpPr>
              <a:cxnSpLocks/>
            </p:cNvCxnSpPr>
            <p:nvPr/>
          </p:nvCxnSpPr>
          <p:spPr>
            <a:xfrm>
              <a:off x="6961416" y="5795973"/>
              <a:ext cx="23581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DCC7493D-FF0C-40B8-1A7F-A39BB9F02236}"/>
              </a:ext>
            </a:extLst>
          </p:cNvPr>
          <p:cNvGrpSpPr/>
          <p:nvPr/>
        </p:nvGrpSpPr>
        <p:grpSpPr>
          <a:xfrm>
            <a:off x="8609088" y="4396148"/>
            <a:ext cx="224730" cy="181505"/>
            <a:chOff x="6471192" y="5403850"/>
            <a:chExt cx="1005131" cy="791402"/>
          </a:xfrm>
        </p:grpSpPr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AB9C5A21-3889-6ECA-7B49-F7FF2163072B}"/>
                </a:ext>
              </a:extLst>
            </p:cNvPr>
            <p:cNvCxnSpPr/>
            <p:nvPr/>
          </p:nvCxnSpPr>
          <p:spPr>
            <a:xfrm>
              <a:off x="6471192" y="5799551"/>
              <a:ext cx="341547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5B387D2A-3A35-F9E5-1C8F-629045AE1377}"/>
                </a:ext>
              </a:extLst>
            </p:cNvPr>
            <p:cNvCxnSpPr/>
            <p:nvPr/>
          </p:nvCxnSpPr>
          <p:spPr>
            <a:xfrm>
              <a:off x="7134776" y="5799551"/>
              <a:ext cx="341547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9EAD1E16-F622-86B6-19C7-D3328EAF87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2739" y="5799551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9F7AB438-929C-F9EC-4A6D-F2447CC71A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3553" y="5799551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ABA1A71E-4D93-E7EA-964F-88A416F7AD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7952" y="5403850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F4ACB760-784D-7835-C48F-4911C5FAE464}"/>
                </a:ext>
              </a:extLst>
            </p:cNvPr>
            <p:cNvCxnSpPr>
              <a:cxnSpLocks/>
            </p:cNvCxnSpPr>
            <p:nvPr/>
          </p:nvCxnSpPr>
          <p:spPr>
            <a:xfrm>
              <a:off x="6814008" y="6195252"/>
              <a:ext cx="149545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00D22ECB-5C37-45C2-6AF5-45376186F731}"/>
                </a:ext>
              </a:extLst>
            </p:cNvPr>
            <p:cNvCxnSpPr>
              <a:cxnSpLocks/>
            </p:cNvCxnSpPr>
            <p:nvPr/>
          </p:nvCxnSpPr>
          <p:spPr>
            <a:xfrm>
              <a:off x="6988407" y="5403850"/>
              <a:ext cx="149545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6652D1FF-5C22-AE44-325D-39F5353B4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8947" y="5403850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F63C3E94-BFEF-A8FF-80D3-1F511BD7009E}"/>
                </a:ext>
              </a:extLst>
            </p:cNvPr>
            <p:cNvCxnSpPr>
              <a:cxnSpLocks/>
            </p:cNvCxnSpPr>
            <p:nvPr/>
          </p:nvCxnSpPr>
          <p:spPr>
            <a:xfrm>
              <a:off x="6961416" y="5795973"/>
              <a:ext cx="23581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4E8F1C3-DF0A-4647-494C-E9A4BA5CB657}"/>
              </a:ext>
            </a:extLst>
          </p:cNvPr>
          <p:cNvGrpSpPr/>
          <p:nvPr/>
        </p:nvGrpSpPr>
        <p:grpSpPr>
          <a:xfrm>
            <a:off x="8606575" y="4172657"/>
            <a:ext cx="224730" cy="181505"/>
            <a:chOff x="6471192" y="5403850"/>
            <a:chExt cx="1005131" cy="791402"/>
          </a:xfrm>
        </p:grpSpPr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CBAEF45E-1492-9E12-F538-2D04DC28C08A}"/>
                </a:ext>
              </a:extLst>
            </p:cNvPr>
            <p:cNvCxnSpPr/>
            <p:nvPr/>
          </p:nvCxnSpPr>
          <p:spPr>
            <a:xfrm>
              <a:off x="6471192" y="5799551"/>
              <a:ext cx="341547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55F38CD1-6690-0722-06F6-D9CF07417A4A}"/>
                </a:ext>
              </a:extLst>
            </p:cNvPr>
            <p:cNvCxnSpPr/>
            <p:nvPr/>
          </p:nvCxnSpPr>
          <p:spPr>
            <a:xfrm>
              <a:off x="7134776" y="5799551"/>
              <a:ext cx="341547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A02FFB59-84E4-E678-5B23-B901F037E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2739" y="5799551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478FCF05-CCA1-CCFA-2E9A-090B301BCC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3553" y="5799551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9CF1EA9B-A830-E5DB-BD98-477B40ABC1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7952" y="5403850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6B83F030-746B-5AC1-4842-6A68A8B508D9}"/>
                </a:ext>
              </a:extLst>
            </p:cNvPr>
            <p:cNvCxnSpPr>
              <a:cxnSpLocks/>
            </p:cNvCxnSpPr>
            <p:nvPr/>
          </p:nvCxnSpPr>
          <p:spPr>
            <a:xfrm>
              <a:off x="6814008" y="6195252"/>
              <a:ext cx="149545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6046E1F7-FF13-36BD-4793-AE3785CCA09E}"/>
                </a:ext>
              </a:extLst>
            </p:cNvPr>
            <p:cNvCxnSpPr>
              <a:cxnSpLocks/>
            </p:cNvCxnSpPr>
            <p:nvPr/>
          </p:nvCxnSpPr>
          <p:spPr>
            <a:xfrm>
              <a:off x="6988407" y="5403850"/>
              <a:ext cx="149545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C7230BEF-0F7D-FFC4-2675-29CA44701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8947" y="5403850"/>
              <a:ext cx="0" cy="39570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6136AD18-9766-7AB5-5F20-613001F953D5}"/>
                </a:ext>
              </a:extLst>
            </p:cNvPr>
            <p:cNvCxnSpPr>
              <a:cxnSpLocks/>
            </p:cNvCxnSpPr>
            <p:nvPr/>
          </p:nvCxnSpPr>
          <p:spPr>
            <a:xfrm>
              <a:off x="6961416" y="5795973"/>
              <a:ext cx="23581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36A14DD4-927A-9838-CBC9-150EDEE8E97C}"/>
              </a:ext>
            </a:extLst>
          </p:cNvPr>
          <p:cNvSpPr txBox="1"/>
          <p:nvPr/>
        </p:nvSpPr>
        <p:spPr>
          <a:xfrm>
            <a:off x="8353043" y="5272204"/>
            <a:ext cx="7662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/>
              <a:t>자극 출력</a:t>
            </a:r>
            <a:endParaRPr lang="ko-KR" altLang="en-US" sz="1000" b="1" dirty="0"/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864A934A-DA69-5581-69C3-2BA646EBA10E}"/>
              </a:ext>
            </a:extLst>
          </p:cNvPr>
          <p:cNvCxnSpPr/>
          <p:nvPr/>
        </p:nvCxnSpPr>
        <p:spPr>
          <a:xfrm flipH="1">
            <a:off x="9199317" y="4780215"/>
            <a:ext cx="304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타원 104">
            <a:extLst>
              <a:ext uri="{FF2B5EF4-FFF2-40B4-BE49-F238E27FC236}">
                <a16:creationId xmlns:a16="http://schemas.microsoft.com/office/drawing/2014/main" id="{C0594562-E8BF-1EBE-DCD7-6611F38ACFA1}"/>
              </a:ext>
            </a:extLst>
          </p:cNvPr>
          <p:cNvSpPr/>
          <p:nvPr/>
        </p:nvSpPr>
        <p:spPr>
          <a:xfrm>
            <a:off x="8705615" y="4675233"/>
            <a:ext cx="46567" cy="46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B1046D0-A854-609C-9630-B653336FD6BF}"/>
              </a:ext>
            </a:extLst>
          </p:cNvPr>
          <p:cNvSpPr/>
          <p:nvPr/>
        </p:nvSpPr>
        <p:spPr>
          <a:xfrm>
            <a:off x="8705615" y="4744188"/>
            <a:ext cx="46567" cy="46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4E1888A5-234C-D506-5A14-61383A451486}"/>
              </a:ext>
            </a:extLst>
          </p:cNvPr>
          <p:cNvSpPr/>
          <p:nvPr/>
        </p:nvSpPr>
        <p:spPr>
          <a:xfrm>
            <a:off x="8705615" y="4813143"/>
            <a:ext cx="46567" cy="46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C5656A75-1516-3CA2-ABF1-DC97AE4868A3}"/>
              </a:ext>
            </a:extLst>
          </p:cNvPr>
          <p:cNvSpPr/>
          <p:nvPr/>
        </p:nvSpPr>
        <p:spPr>
          <a:xfrm>
            <a:off x="4051300" y="1174750"/>
            <a:ext cx="7048500" cy="4337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02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91F5703-13E9-4990-FEA6-B5BF4A8A9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320" y="4673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4775A9-42DE-460F-A6B4-301821889744}"/>
              </a:ext>
            </a:extLst>
          </p:cNvPr>
          <p:cNvSpPr/>
          <p:nvPr/>
        </p:nvSpPr>
        <p:spPr>
          <a:xfrm>
            <a:off x="1227454" y="1008853"/>
            <a:ext cx="7372985" cy="3854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DD7EC41-3FA5-6C3E-84B6-5A25A25B5641}"/>
              </a:ext>
            </a:extLst>
          </p:cNvPr>
          <p:cNvSpPr/>
          <p:nvPr/>
        </p:nvSpPr>
        <p:spPr>
          <a:xfrm>
            <a:off x="3208020" y="2487932"/>
            <a:ext cx="1459230" cy="9204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E8300 / QCC5181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7596620-CEF5-0B3A-59C1-0A6870BADD86}"/>
              </a:ext>
            </a:extLst>
          </p:cNvPr>
          <p:cNvSpPr/>
          <p:nvPr/>
        </p:nvSpPr>
        <p:spPr>
          <a:xfrm>
            <a:off x="4047172" y="4125598"/>
            <a:ext cx="866775" cy="353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배터리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D992A72-B488-375B-F179-DD508F8FFA33}"/>
              </a:ext>
            </a:extLst>
          </p:cNvPr>
          <p:cNvSpPr/>
          <p:nvPr/>
        </p:nvSpPr>
        <p:spPr>
          <a:xfrm>
            <a:off x="2941319" y="4125598"/>
            <a:ext cx="866775" cy="353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전압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조정회로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3D4F792-8364-42E7-138B-F2B980CFD93C}"/>
              </a:ext>
            </a:extLst>
          </p:cNvPr>
          <p:cNvSpPr/>
          <p:nvPr/>
        </p:nvSpPr>
        <p:spPr>
          <a:xfrm>
            <a:off x="1941193" y="3055939"/>
            <a:ext cx="866775" cy="353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터치센서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9FB8BF5-F300-43B8-D348-545E3E456253}"/>
              </a:ext>
            </a:extLst>
          </p:cNvPr>
          <p:cNvSpPr/>
          <p:nvPr/>
        </p:nvSpPr>
        <p:spPr>
          <a:xfrm>
            <a:off x="1941193" y="2509205"/>
            <a:ext cx="866775" cy="353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마이크 2개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2B90CB8-C263-DF43-4973-533E874E699A}"/>
              </a:ext>
            </a:extLst>
          </p:cNvPr>
          <p:cNvSpPr/>
          <p:nvPr/>
        </p:nvSpPr>
        <p:spPr>
          <a:xfrm>
            <a:off x="3134043" y="1798645"/>
            <a:ext cx="866775" cy="353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LED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3FAEECC-90C7-6CD8-B57F-FC1345650648}"/>
              </a:ext>
            </a:extLst>
          </p:cNvPr>
          <p:cNvCxnSpPr>
            <a:cxnSpLocks/>
          </p:cNvCxnSpPr>
          <p:nvPr/>
        </p:nvCxnSpPr>
        <p:spPr>
          <a:xfrm flipH="1">
            <a:off x="1710436" y="1975492"/>
            <a:ext cx="12277" cy="192189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6F38AF7-5115-6BE0-0263-A085B9B20DE7}"/>
              </a:ext>
            </a:extLst>
          </p:cNvPr>
          <p:cNvCxnSpPr>
            <a:cxnSpLocks/>
          </p:cNvCxnSpPr>
          <p:nvPr/>
        </p:nvCxnSpPr>
        <p:spPr>
          <a:xfrm flipH="1">
            <a:off x="1736407" y="3905250"/>
            <a:ext cx="240982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DA38760-2606-BB96-3CDF-E740F285CAA9}"/>
              </a:ext>
            </a:extLst>
          </p:cNvPr>
          <p:cNvCxnSpPr>
            <a:cxnSpLocks/>
          </p:cNvCxnSpPr>
          <p:nvPr/>
        </p:nvCxnSpPr>
        <p:spPr>
          <a:xfrm flipH="1">
            <a:off x="4146232" y="3905250"/>
            <a:ext cx="120348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13FB6D5-E45F-F187-8F31-A17038046811}"/>
              </a:ext>
            </a:extLst>
          </p:cNvPr>
          <p:cNvCxnSpPr>
            <a:cxnSpLocks/>
          </p:cNvCxnSpPr>
          <p:nvPr/>
        </p:nvCxnSpPr>
        <p:spPr>
          <a:xfrm flipV="1">
            <a:off x="4478018" y="3429000"/>
            <a:ext cx="0" cy="704533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98E18BE-F3AB-4501-3671-1045B5B28F93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3808094" y="4302445"/>
            <a:ext cx="23907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F6D36BB-D9DE-7548-7FB2-AF9255C0BDBD}"/>
              </a:ext>
            </a:extLst>
          </p:cNvPr>
          <p:cNvCxnSpPr>
            <a:cxnSpLocks/>
          </p:cNvCxnSpPr>
          <p:nvPr/>
        </p:nvCxnSpPr>
        <p:spPr>
          <a:xfrm>
            <a:off x="3353750" y="3947797"/>
            <a:ext cx="0" cy="15240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4CD5272-0219-2BCF-DCF0-17F730C9F45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1681506" y="1975492"/>
            <a:ext cx="1452537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4770E4D-CDDB-6563-50EB-7D897057BD05}"/>
              </a:ext>
            </a:extLst>
          </p:cNvPr>
          <p:cNvCxnSpPr>
            <a:cxnSpLocks/>
          </p:cNvCxnSpPr>
          <p:nvPr/>
        </p:nvCxnSpPr>
        <p:spPr>
          <a:xfrm flipH="1">
            <a:off x="1742836" y="3226158"/>
            <a:ext cx="198357" cy="91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C750DA9-A874-9756-6E81-650579F2D608}"/>
              </a:ext>
            </a:extLst>
          </p:cNvPr>
          <p:cNvCxnSpPr>
            <a:cxnSpLocks/>
          </p:cNvCxnSpPr>
          <p:nvPr/>
        </p:nvCxnSpPr>
        <p:spPr>
          <a:xfrm flipH="1">
            <a:off x="1736884" y="2686052"/>
            <a:ext cx="198357" cy="91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C2AB0A9-A831-5611-4F4B-34E6B6AE9834}"/>
              </a:ext>
            </a:extLst>
          </p:cNvPr>
          <p:cNvCxnSpPr>
            <a:cxnSpLocks/>
          </p:cNvCxnSpPr>
          <p:nvPr/>
        </p:nvCxnSpPr>
        <p:spPr>
          <a:xfrm flipV="1">
            <a:off x="3558160" y="2172765"/>
            <a:ext cx="634" cy="335592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34A2C16E-8F2B-AC87-2D4A-7F9A624B13EF}"/>
              </a:ext>
            </a:extLst>
          </p:cNvPr>
          <p:cNvCxnSpPr>
            <a:cxnSpLocks/>
          </p:cNvCxnSpPr>
          <p:nvPr/>
        </p:nvCxnSpPr>
        <p:spPr>
          <a:xfrm>
            <a:off x="2805742" y="2685095"/>
            <a:ext cx="402278" cy="0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9C3C853-CE0B-926E-6A63-90E9E91F5CE6}"/>
              </a:ext>
            </a:extLst>
          </p:cNvPr>
          <p:cNvCxnSpPr>
            <a:cxnSpLocks/>
          </p:cNvCxnSpPr>
          <p:nvPr/>
        </p:nvCxnSpPr>
        <p:spPr>
          <a:xfrm>
            <a:off x="2805742" y="3232786"/>
            <a:ext cx="402278" cy="0"/>
          </a:xfrm>
          <a:prstGeom prst="straightConnector1">
            <a:avLst/>
          </a:prstGeom>
          <a:ln w="9525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71EE9E1C-DA76-862E-41E1-ED464068FFCC}"/>
              </a:ext>
            </a:extLst>
          </p:cNvPr>
          <p:cNvSpPr/>
          <p:nvPr/>
        </p:nvSpPr>
        <p:spPr>
          <a:xfrm>
            <a:off x="5018539" y="2508357"/>
            <a:ext cx="866774" cy="5416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FPGA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4D4B6946-27D0-6402-9077-0F070E0FAFEC}"/>
              </a:ext>
            </a:extLst>
          </p:cNvPr>
          <p:cNvCxnSpPr>
            <a:cxnSpLocks/>
          </p:cNvCxnSpPr>
          <p:nvPr/>
        </p:nvCxnSpPr>
        <p:spPr>
          <a:xfrm>
            <a:off x="4694100" y="2736443"/>
            <a:ext cx="341791" cy="1"/>
          </a:xfrm>
          <a:prstGeom prst="straightConnector1">
            <a:avLst/>
          </a:prstGeom>
          <a:ln w="9525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75FE25F2-00FC-CAF0-2A16-11F3A6595856}"/>
              </a:ext>
            </a:extLst>
          </p:cNvPr>
          <p:cNvSpPr/>
          <p:nvPr/>
        </p:nvSpPr>
        <p:spPr>
          <a:xfrm>
            <a:off x="6243525" y="2560827"/>
            <a:ext cx="866775" cy="353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무선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전송회로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768BDB3-1CD6-F05F-EEA3-2268DC1B63AC}"/>
              </a:ext>
            </a:extLst>
          </p:cNvPr>
          <p:cNvCxnSpPr>
            <a:cxnSpLocks/>
          </p:cNvCxnSpPr>
          <p:nvPr/>
        </p:nvCxnSpPr>
        <p:spPr>
          <a:xfrm>
            <a:off x="5890941" y="2738939"/>
            <a:ext cx="341791" cy="1"/>
          </a:xfrm>
          <a:prstGeom prst="straightConnector1">
            <a:avLst/>
          </a:prstGeom>
          <a:ln w="9525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B80D1FF-0108-DFAE-2190-509E327B8979}"/>
              </a:ext>
            </a:extLst>
          </p:cNvPr>
          <p:cNvCxnSpPr>
            <a:cxnSpLocks/>
          </p:cNvCxnSpPr>
          <p:nvPr/>
        </p:nvCxnSpPr>
        <p:spPr>
          <a:xfrm>
            <a:off x="7136026" y="2797694"/>
            <a:ext cx="341791" cy="1"/>
          </a:xfrm>
          <a:prstGeom prst="straightConnector1">
            <a:avLst/>
          </a:prstGeom>
          <a:ln w="9525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3019CCC4-DBF0-7817-4094-841DAD5E6D92}"/>
              </a:ext>
            </a:extLst>
          </p:cNvPr>
          <p:cNvSpPr/>
          <p:nvPr/>
        </p:nvSpPr>
        <p:spPr>
          <a:xfrm>
            <a:off x="7574010" y="2420010"/>
            <a:ext cx="637859" cy="637859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36DF401E-532F-054E-1B26-7C5F34562425}"/>
              </a:ext>
            </a:extLst>
          </p:cNvPr>
          <p:cNvSpPr/>
          <p:nvPr/>
        </p:nvSpPr>
        <p:spPr>
          <a:xfrm>
            <a:off x="7650209" y="2496209"/>
            <a:ext cx="485459" cy="4854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코일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51791052-F1B9-39C8-F3D7-758F7519F383}"/>
              </a:ext>
            </a:extLst>
          </p:cNvPr>
          <p:cNvCxnSpPr>
            <a:cxnSpLocks/>
          </p:cNvCxnSpPr>
          <p:nvPr/>
        </p:nvCxnSpPr>
        <p:spPr>
          <a:xfrm>
            <a:off x="6498851" y="2944183"/>
            <a:ext cx="0" cy="183962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직선 연결선 1026">
            <a:extLst>
              <a:ext uri="{FF2B5EF4-FFF2-40B4-BE49-F238E27FC236}">
                <a16:creationId xmlns:a16="http://schemas.microsoft.com/office/drawing/2014/main" id="{65D60EB7-8914-F248-0A10-3DCA5A34989B}"/>
              </a:ext>
            </a:extLst>
          </p:cNvPr>
          <p:cNvCxnSpPr>
            <a:cxnSpLocks/>
          </p:cNvCxnSpPr>
          <p:nvPr/>
        </p:nvCxnSpPr>
        <p:spPr>
          <a:xfrm>
            <a:off x="5349717" y="3057869"/>
            <a:ext cx="0" cy="84738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직선 연결선 1028">
            <a:extLst>
              <a:ext uri="{FF2B5EF4-FFF2-40B4-BE49-F238E27FC236}">
                <a16:creationId xmlns:a16="http://schemas.microsoft.com/office/drawing/2014/main" id="{21216A78-69F1-7C1A-627A-BD8E9B017F72}"/>
              </a:ext>
            </a:extLst>
          </p:cNvPr>
          <p:cNvCxnSpPr>
            <a:cxnSpLocks/>
          </p:cNvCxnSpPr>
          <p:nvPr/>
        </p:nvCxnSpPr>
        <p:spPr>
          <a:xfrm flipH="1">
            <a:off x="7445850" y="1201066"/>
            <a:ext cx="40005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BC598E8A-3320-5FC4-F15E-7A5C394DD2A2}"/>
              </a:ext>
            </a:extLst>
          </p:cNvPr>
          <p:cNvCxnSpPr>
            <a:cxnSpLocks/>
          </p:cNvCxnSpPr>
          <p:nvPr/>
        </p:nvCxnSpPr>
        <p:spPr>
          <a:xfrm>
            <a:off x="7445850" y="1516854"/>
            <a:ext cx="419889" cy="0"/>
          </a:xfrm>
          <a:prstGeom prst="straightConnector1">
            <a:avLst/>
          </a:prstGeom>
          <a:ln w="9525">
            <a:solidFill>
              <a:srgbClr val="00B0F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641E9416-7246-A94B-3746-09C536704991}"/>
              </a:ext>
            </a:extLst>
          </p:cNvPr>
          <p:cNvSpPr txBox="1"/>
          <p:nvPr/>
        </p:nvSpPr>
        <p:spPr>
          <a:xfrm>
            <a:off x="7904954" y="1062566"/>
            <a:ext cx="5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전원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A3807FF-50CA-956C-6068-32C7CD7049FB}"/>
              </a:ext>
            </a:extLst>
          </p:cNvPr>
          <p:cNvSpPr txBox="1"/>
          <p:nvPr/>
        </p:nvSpPr>
        <p:spPr>
          <a:xfrm>
            <a:off x="7926705" y="1378354"/>
            <a:ext cx="5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신호</a:t>
            </a:r>
          </a:p>
        </p:txBody>
      </p:sp>
      <p:cxnSp>
        <p:nvCxnSpPr>
          <p:cNvPr id="1038" name="직선 연결선 1037">
            <a:extLst>
              <a:ext uri="{FF2B5EF4-FFF2-40B4-BE49-F238E27FC236}">
                <a16:creationId xmlns:a16="http://schemas.microsoft.com/office/drawing/2014/main" id="{D9C4AA81-24DD-0621-AAE2-92BE3A2D7D9C}"/>
              </a:ext>
            </a:extLst>
          </p:cNvPr>
          <p:cNvCxnSpPr>
            <a:cxnSpLocks/>
          </p:cNvCxnSpPr>
          <p:nvPr/>
        </p:nvCxnSpPr>
        <p:spPr>
          <a:xfrm>
            <a:off x="3950968" y="3429000"/>
            <a:ext cx="0" cy="47625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사각형: 둥근 모서리 1074">
            <a:extLst>
              <a:ext uri="{FF2B5EF4-FFF2-40B4-BE49-F238E27FC236}">
                <a16:creationId xmlns:a16="http://schemas.microsoft.com/office/drawing/2014/main" id="{6909ABE3-31A5-F556-61FF-F5A5020AC7CA}"/>
              </a:ext>
            </a:extLst>
          </p:cNvPr>
          <p:cNvSpPr/>
          <p:nvPr/>
        </p:nvSpPr>
        <p:spPr>
          <a:xfrm>
            <a:off x="5554023" y="3128145"/>
            <a:ext cx="1079821" cy="2686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전원소자</a:t>
            </a:r>
          </a:p>
        </p:txBody>
      </p:sp>
      <p:cxnSp>
        <p:nvCxnSpPr>
          <p:cNvPr id="1076" name="직선 연결선 1075">
            <a:extLst>
              <a:ext uri="{FF2B5EF4-FFF2-40B4-BE49-F238E27FC236}">
                <a16:creationId xmlns:a16="http://schemas.microsoft.com/office/drawing/2014/main" id="{0B6CB755-8A3D-73E8-5B6B-486DCE8F3AC0}"/>
              </a:ext>
            </a:extLst>
          </p:cNvPr>
          <p:cNvCxnSpPr>
            <a:cxnSpLocks/>
          </p:cNvCxnSpPr>
          <p:nvPr/>
        </p:nvCxnSpPr>
        <p:spPr>
          <a:xfrm>
            <a:off x="6128388" y="3429000"/>
            <a:ext cx="951" cy="873445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직선 연결선 1093">
            <a:extLst>
              <a:ext uri="{FF2B5EF4-FFF2-40B4-BE49-F238E27FC236}">
                <a16:creationId xmlns:a16="http://schemas.microsoft.com/office/drawing/2014/main" id="{16525758-49F9-2000-3DF1-770853B6C655}"/>
              </a:ext>
            </a:extLst>
          </p:cNvPr>
          <p:cNvCxnSpPr>
            <a:cxnSpLocks/>
          </p:cNvCxnSpPr>
          <p:nvPr/>
        </p:nvCxnSpPr>
        <p:spPr>
          <a:xfrm flipH="1">
            <a:off x="4913946" y="4302445"/>
            <a:ext cx="1214917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직선 화살표 연결선 1111">
            <a:extLst>
              <a:ext uri="{FF2B5EF4-FFF2-40B4-BE49-F238E27FC236}">
                <a16:creationId xmlns:a16="http://schemas.microsoft.com/office/drawing/2014/main" id="{4A51120A-E325-BF2D-2E19-666EB62FD9CF}"/>
              </a:ext>
            </a:extLst>
          </p:cNvPr>
          <p:cNvCxnSpPr>
            <a:cxnSpLocks/>
          </p:cNvCxnSpPr>
          <p:nvPr/>
        </p:nvCxnSpPr>
        <p:spPr>
          <a:xfrm>
            <a:off x="4694100" y="3240528"/>
            <a:ext cx="859923" cy="0"/>
          </a:xfrm>
          <a:prstGeom prst="straightConnector1">
            <a:avLst/>
          </a:prstGeom>
          <a:ln w="9525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54079F60-B242-0314-5B24-5E382FD4D8EB}"/>
              </a:ext>
            </a:extLst>
          </p:cNvPr>
          <p:cNvSpPr/>
          <p:nvPr/>
        </p:nvSpPr>
        <p:spPr>
          <a:xfrm rot="10800000">
            <a:off x="4237208" y="2116247"/>
            <a:ext cx="317838" cy="161577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8F99FBE-DCE2-E101-081F-0619C5AADCEF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396127" y="2116247"/>
            <a:ext cx="0" cy="36756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BA74D887-1449-518C-2CA7-6B0E8D46F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723" y="1842451"/>
            <a:ext cx="201135" cy="259913"/>
          </a:xfrm>
          <a:prstGeom prst="rect">
            <a:avLst/>
          </a:prstGeom>
        </p:spPr>
      </p:pic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2A58E18-6A7A-9E51-A76B-ED5363FE68AB}"/>
              </a:ext>
            </a:extLst>
          </p:cNvPr>
          <p:cNvCxnSpPr>
            <a:cxnSpLocks/>
          </p:cNvCxnSpPr>
          <p:nvPr/>
        </p:nvCxnSpPr>
        <p:spPr>
          <a:xfrm flipH="1">
            <a:off x="7102128" y="2685095"/>
            <a:ext cx="370921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5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91F5703-13E9-4990-FEA6-B5BF4A8A9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320" y="4673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4775A9-42DE-460F-A6B4-301821889744}"/>
              </a:ext>
            </a:extLst>
          </p:cNvPr>
          <p:cNvSpPr/>
          <p:nvPr/>
        </p:nvSpPr>
        <p:spPr>
          <a:xfrm>
            <a:off x="1227454" y="1008853"/>
            <a:ext cx="7372985" cy="3854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DD7EC41-3FA5-6C3E-84B6-5A25A25B5641}"/>
              </a:ext>
            </a:extLst>
          </p:cNvPr>
          <p:cNvSpPr/>
          <p:nvPr/>
        </p:nvSpPr>
        <p:spPr>
          <a:xfrm>
            <a:off x="4328011" y="2508567"/>
            <a:ext cx="1459230" cy="92043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ASIC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7596620-CEF5-0B3A-59C1-0A6870BADD86}"/>
              </a:ext>
            </a:extLst>
          </p:cNvPr>
          <p:cNvSpPr/>
          <p:nvPr/>
        </p:nvSpPr>
        <p:spPr>
          <a:xfrm>
            <a:off x="5989608" y="2702604"/>
            <a:ext cx="802821" cy="48368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DC </a:t>
            </a:r>
            <a:r>
              <a:rPr lang="ko-KR" altLang="en-US" sz="1200" dirty="0">
                <a:solidFill>
                  <a:schemeClr val="tx1"/>
                </a:solidFill>
              </a:rPr>
              <a:t>차단 </a:t>
            </a:r>
            <a:r>
              <a:rPr lang="en-US" altLang="ko-KR" sz="1200" dirty="0">
                <a:solidFill>
                  <a:schemeClr val="tx1"/>
                </a:solidFill>
              </a:rPr>
              <a:t>capacitor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9FB8BF5-F300-43B8-D348-545E3E456253}"/>
              </a:ext>
            </a:extLst>
          </p:cNvPr>
          <p:cNvSpPr/>
          <p:nvPr/>
        </p:nvSpPr>
        <p:spPr>
          <a:xfrm>
            <a:off x="2862469" y="2508567"/>
            <a:ext cx="1063264" cy="9204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RF </a:t>
            </a:r>
            <a:r>
              <a:rPr lang="ko-KR" altLang="en-US" sz="1200" dirty="0">
                <a:solidFill>
                  <a:schemeClr val="tx1"/>
                </a:solidFill>
              </a:rPr>
              <a:t>수신기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34A2C16E-8F2B-AC87-2D4A-7F9A624B13EF}"/>
              </a:ext>
            </a:extLst>
          </p:cNvPr>
          <p:cNvCxnSpPr>
            <a:cxnSpLocks/>
          </p:cNvCxnSpPr>
          <p:nvPr/>
        </p:nvCxnSpPr>
        <p:spPr>
          <a:xfrm>
            <a:off x="3925733" y="2744662"/>
            <a:ext cx="402278" cy="0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3019CCC4-DBF0-7817-4094-841DAD5E6D92}"/>
              </a:ext>
            </a:extLst>
          </p:cNvPr>
          <p:cNvSpPr/>
          <p:nvPr/>
        </p:nvSpPr>
        <p:spPr>
          <a:xfrm>
            <a:off x="1683053" y="2626405"/>
            <a:ext cx="637859" cy="637859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36DF401E-532F-054E-1B26-7C5F34562425}"/>
              </a:ext>
            </a:extLst>
          </p:cNvPr>
          <p:cNvSpPr/>
          <p:nvPr/>
        </p:nvSpPr>
        <p:spPr>
          <a:xfrm>
            <a:off x="1759252" y="2702604"/>
            <a:ext cx="485459" cy="4854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코일</a:t>
            </a:r>
          </a:p>
        </p:txBody>
      </p:sp>
      <p:cxnSp>
        <p:nvCxnSpPr>
          <p:cNvPr id="1029" name="직선 연결선 1028">
            <a:extLst>
              <a:ext uri="{FF2B5EF4-FFF2-40B4-BE49-F238E27FC236}">
                <a16:creationId xmlns:a16="http://schemas.microsoft.com/office/drawing/2014/main" id="{21216A78-69F1-7C1A-627A-BD8E9B017F72}"/>
              </a:ext>
            </a:extLst>
          </p:cNvPr>
          <p:cNvCxnSpPr>
            <a:cxnSpLocks/>
          </p:cNvCxnSpPr>
          <p:nvPr/>
        </p:nvCxnSpPr>
        <p:spPr>
          <a:xfrm flipH="1">
            <a:off x="7445850" y="1201066"/>
            <a:ext cx="40005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BC598E8A-3320-5FC4-F15E-7A5C394DD2A2}"/>
              </a:ext>
            </a:extLst>
          </p:cNvPr>
          <p:cNvCxnSpPr>
            <a:cxnSpLocks/>
          </p:cNvCxnSpPr>
          <p:nvPr/>
        </p:nvCxnSpPr>
        <p:spPr>
          <a:xfrm>
            <a:off x="7445850" y="1516854"/>
            <a:ext cx="419889" cy="0"/>
          </a:xfrm>
          <a:prstGeom prst="straightConnector1">
            <a:avLst/>
          </a:prstGeom>
          <a:ln w="9525">
            <a:solidFill>
              <a:srgbClr val="00B0F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641E9416-7246-A94B-3746-09C536704991}"/>
              </a:ext>
            </a:extLst>
          </p:cNvPr>
          <p:cNvSpPr txBox="1"/>
          <p:nvPr/>
        </p:nvSpPr>
        <p:spPr>
          <a:xfrm>
            <a:off x="7904954" y="1062566"/>
            <a:ext cx="5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전원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A3807FF-50CA-956C-6068-32C7CD7049FB}"/>
              </a:ext>
            </a:extLst>
          </p:cNvPr>
          <p:cNvSpPr txBox="1"/>
          <p:nvPr/>
        </p:nvSpPr>
        <p:spPr>
          <a:xfrm>
            <a:off x="7926705" y="1378354"/>
            <a:ext cx="5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신호</a:t>
            </a:r>
          </a:p>
        </p:txBody>
      </p:sp>
      <p:cxnSp>
        <p:nvCxnSpPr>
          <p:cNvPr id="1038" name="직선 연결선 1037">
            <a:extLst>
              <a:ext uri="{FF2B5EF4-FFF2-40B4-BE49-F238E27FC236}">
                <a16:creationId xmlns:a16="http://schemas.microsoft.com/office/drawing/2014/main" id="{D9C4AA81-24DD-0621-AAE2-92BE3A2D7D9C}"/>
              </a:ext>
            </a:extLst>
          </p:cNvPr>
          <p:cNvCxnSpPr>
            <a:cxnSpLocks/>
          </p:cNvCxnSpPr>
          <p:nvPr/>
        </p:nvCxnSpPr>
        <p:spPr>
          <a:xfrm>
            <a:off x="4984376" y="2103120"/>
            <a:ext cx="0" cy="297523"/>
          </a:xfrm>
          <a:prstGeom prst="line">
            <a:avLst/>
          </a:prstGeom>
          <a:ln w="158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2A58E18-6A7A-9E51-A76B-ED5363FE68AB}"/>
              </a:ext>
            </a:extLst>
          </p:cNvPr>
          <p:cNvCxnSpPr>
            <a:cxnSpLocks/>
          </p:cNvCxnSpPr>
          <p:nvPr/>
        </p:nvCxnSpPr>
        <p:spPr>
          <a:xfrm flipH="1">
            <a:off x="2350063" y="2800146"/>
            <a:ext cx="512406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C5A378D1-2DD8-04FA-4EA5-3CC37FA8744A}"/>
              </a:ext>
            </a:extLst>
          </p:cNvPr>
          <p:cNvCxnSpPr>
            <a:cxnSpLocks/>
          </p:cNvCxnSpPr>
          <p:nvPr/>
        </p:nvCxnSpPr>
        <p:spPr>
          <a:xfrm>
            <a:off x="2318706" y="2702604"/>
            <a:ext cx="543763" cy="0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16BD314-EC67-A35D-9D53-02FEAE05CF4C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303125" y="3178831"/>
            <a:ext cx="729337" cy="0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A416E9F-0FC0-0C10-E4EB-F46212A7417D}"/>
              </a:ext>
            </a:extLst>
          </p:cNvPr>
          <p:cNvSpPr/>
          <p:nvPr/>
        </p:nvSpPr>
        <p:spPr>
          <a:xfrm>
            <a:off x="3032462" y="3029289"/>
            <a:ext cx="682591" cy="29908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백텔회로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E43F2F9-B782-DBFE-4474-6FD03D1F562F}"/>
              </a:ext>
            </a:extLst>
          </p:cNvPr>
          <p:cNvCxnSpPr>
            <a:cxnSpLocks/>
          </p:cNvCxnSpPr>
          <p:nvPr/>
        </p:nvCxnSpPr>
        <p:spPr>
          <a:xfrm flipH="1">
            <a:off x="3715053" y="3186292"/>
            <a:ext cx="601151" cy="0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2F74F25-E186-A11E-6601-53DFB5100484}"/>
              </a:ext>
            </a:extLst>
          </p:cNvPr>
          <p:cNvSpPr/>
          <p:nvPr/>
        </p:nvSpPr>
        <p:spPr>
          <a:xfrm>
            <a:off x="2941320" y="1878660"/>
            <a:ext cx="866775" cy="353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전압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조정회로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B21BF39-9FF5-7D99-7CCF-10853923C1A4}"/>
              </a:ext>
            </a:extLst>
          </p:cNvPr>
          <p:cNvCxnSpPr>
            <a:cxnSpLocks/>
          </p:cNvCxnSpPr>
          <p:nvPr/>
        </p:nvCxnSpPr>
        <p:spPr>
          <a:xfrm>
            <a:off x="3354364" y="2257910"/>
            <a:ext cx="0" cy="287183"/>
          </a:xfrm>
          <a:prstGeom prst="line">
            <a:avLst/>
          </a:prstGeom>
          <a:ln w="15875">
            <a:solidFill>
              <a:srgbClr val="FF000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B5AAD19-F673-EC92-4870-9BEA7E195B18}"/>
              </a:ext>
            </a:extLst>
          </p:cNvPr>
          <p:cNvCxnSpPr>
            <a:cxnSpLocks/>
          </p:cNvCxnSpPr>
          <p:nvPr/>
        </p:nvCxnSpPr>
        <p:spPr>
          <a:xfrm flipH="1">
            <a:off x="3808095" y="2057107"/>
            <a:ext cx="1176281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CDE94B0-A304-C1C7-D7A3-B52FA562B630}"/>
              </a:ext>
            </a:extLst>
          </p:cNvPr>
          <p:cNvCxnSpPr>
            <a:cxnSpLocks/>
          </p:cNvCxnSpPr>
          <p:nvPr/>
        </p:nvCxnSpPr>
        <p:spPr>
          <a:xfrm>
            <a:off x="5787241" y="2958029"/>
            <a:ext cx="202079" cy="0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3" name="그림 1062">
            <a:extLst>
              <a:ext uri="{FF2B5EF4-FFF2-40B4-BE49-F238E27FC236}">
                <a16:creationId xmlns:a16="http://schemas.microsoft.com/office/drawing/2014/main" id="{15CAC3E3-BCD1-0C02-3BD0-C6E9DEDEC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233" y="2675168"/>
            <a:ext cx="805478" cy="1470317"/>
          </a:xfrm>
          <a:prstGeom prst="rect">
            <a:avLst/>
          </a:prstGeom>
        </p:spPr>
      </p:pic>
      <p:sp>
        <p:nvSpPr>
          <p:cNvPr id="1065" name="타원 1064">
            <a:extLst>
              <a:ext uri="{FF2B5EF4-FFF2-40B4-BE49-F238E27FC236}">
                <a16:creationId xmlns:a16="http://schemas.microsoft.com/office/drawing/2014/main" id="{95E924A9-9BB0-4577-D40F-8A6D6A8398D8}"/>
              </a:ext>
            </a:extLst>
          </p:cNvPr>
          <p:cNvSpPr/>
          <p:nvPr/>
        </p:nvSpPr>
        <p:spPr>
          <a:xfrm>
            <a:off x="7036931" y="2378183"/>
            <a:ext cx="128203" cy="128203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66" name="타원 1065">
            <a:extLst>
              <a:ext uri="{FF2B5EF4-FFF2-40B4-BE49-F238E27FC236}">
                <a16:creationId xmlns:a16="http://schemas.microsoft.com/office/drawing/2014/main" id="{E117C991-0B8D-93E9-96E2-18F8F76249CB}"/>
              </a:ext>
            </a:extLst>
          </p:cNvPr>
          <p:cNvSpPr/>
          <p:nvPr/>
        </p:nvSpPr>
        <p:spPr>
          <a:xfrm>
            <a:off x="7036931" y="2548533"/>
            <a:ext cx="128203" cy="128203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67" name="타원 1066">
            <a:extLst>
              <a:ext uri="{FF2B5EF4-FFF2-40B4-BE49-F238E27FC236}">
                <a16:creationId xmlns:a16="http://schemas.microsoft.com/office/drawing/2014/main" id="{7217321A-E8A5-A713-A25B-C82807E08355}"/>
              </a:ext>
            </a:extLst>
          </p:cNvPr>
          <p:cNvSpPr/>
          <p:nvPr/>
        </p:nvSpPr>
        <p:spPr>
          <a:xfrm>
            <a:off x="7036931" y="2735307"/>
            <a:ext cx="128203" cy="128203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68" name="타원 1067">
            <a:extLst>
              <a:ext uri="{FF2B5EF4-FFF2-40B4-BE49-F238E27FC236}">
                <a16:creationId xmlns:a16="http://schemas.microsoft.com/office/drawing/2014/main" id="{33E85A39-740F-873A-3BAE-64E7E08BCB4A}"/>
              </a:ext>
            </a:extLst>
          </p:cNvPr>
          <p:cNvSpPr/>
          <p:nvPr/>
        </p:nvSpPr>
        <p:spPr>
          <a:xfrm>
            <a:off x="7073783" y="2911732"/>
            <a:ext cx="54499" cy="5449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69" name="타원 1068">
            <a:extLst>
              <a:ext uri="{FF2B5EF4-FFF2-40B4-BE49-F238E27FC236}">
                <a16:creationId xmlns:a16="http://schemas.microsoft.com/office/drawing/2014/main" id="{56CEA57E-18F8-A738-1640-7D98D870C295}"/>
              </a:ext>
            </a:extLst>
          </p:cNvPr>
          <p:cNvSpPr/>
          <p:nvPr/>
        </p:nvSpPr>
        <p:spPr>
          <a:xfrm>
            <a:off x="7073783" y="2996025"/>
            <a:ext cx="54499" cy="5449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70" name="타원 1069">
            <a:extLst>
              <a:ext uri="{FF2B5EF4-FFF2-40B4-BE49-F238E27FC236}">
                <a16:creationId xmlns:a16="http://schemas.microsoft.com/office/drawing/2014/main" id="{3F21D0ED-C61F-876A-2DA6-D379835B401A}"/>
              </a:ext>
            </a:extLst>
          </p:cNvPr>
          <p:cNvSpPr/>
          <p:nvPr/>
        </p:nvSpPr>
        <p:spPr>
          <a:xfrm>
            <a:off x="7073783" y="3073339"/>
            <a:ext cx="54499" cy="5449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71" name="타원 1070">
            <a:extLst>
              <a:ext uri="{FF2B5EF4-FFF2-40B4-BE49-F238E27FC236}">
                <a16:creationId xmlns:a16="http://schemas.microsoft.com/office/drawing/2014/main" id="{C11F0097-1E4C-3B7B-50CE-95C7DB671502}"/>
              </a:ext>
            </a:extLst>
          </p:cNvPr>
          <p:cNvSpPr/>
          <p:nvPr/>
        </p:nvSpPr>
        <p:spPr>
          <a:xfrm>
            <a:off x="7036931" y="3190215"/>
            <a:ext cx="128203" cy="128203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72" name="타원 1071">
            <a:extLst>
              <a:ext uri="{FF2B5EF4-FFF2-40B4-BE49-F238E27FC236}">
                <a16:creationId xmlns:a16="http://schemas.microsoft.com/office/drawing/2014/main" id="{10C2CCF8-0803-42FE-3326-9FAA8C257785}"/>
              </a:ext>
            </a:extLst>
          </p:cNvPr>
          <p:cNvSpPr/>
          <p:nvPr/>
        </p:nvSpPr>
        <p:spPr>
          <a:xfrm>
            <a:off x="7036931" y="3360565"/>
            <a:ext cx="128203" cy="128203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73" name="타원 1072">
            <a:extLst>
              <a:ext uri="{FF2B5EF4-FFF2-40B4-BE49-F238E27FC236}">
                <a16:creationId xmlns:a16="http://schemas.microsoft.com/office/drawing/2014/main" id="{9F43E3EF-B957-3669-DF39-D6A6588DEFAD}"/>
              </a:ext>
            </a:extLst>
          </p:cNvPr>
          <p:cNvSpPr/>
          <p:nvPr/>
        </p:nvSpPr>
        <p:spPr>
          <a:xfrm>
            <a:off x="7036931" y="3547339"/>
            <a:ext cx="128203" cy="128203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F19A1D1D-CA12-6F42-1463-F421696F33F0}"/>
              </a:ext>
            </a:extLst>
          </p:cNvPr>
          <p:cNvSpPr txBox="1"/>
          <p:nvPr/>
        </p:nvSpPr>
        <p:spPr>
          <a:xfrm>
            <a:off x="6603543" y="2061705"/>
            <a:ext cx="8667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자극전극</a:t>
            </a:r>
          </a:p>
        </p:txBody>
      </p:sp>
      <p:cxnSp>
        <p:nvCxnSpPr>
          <p:cNvPr id="1077" name="직선 화살표 연결선 1076">
            <a:extLst>
              <a:ext uri="{FF2B5EF4-FFF2-40B4-BE49-F238E27FC236}">
                <a16:creationId xmlns:a16="http://schemas.microsoft.com/office/drawing/2014/main" id="{BCAE9AF0-5D44-DFF2-EE62-EF6B13784811}"/>
              </a:ext>
            </a:extLst>
          </p:cNvPr>
          <p:cNvCxnSpPr>
            <a:cxnSpLocks/>
            <a:endCxn id="1065" idx="2"/>
          </p:cNvCxnSpPr>
          <p:nvPr/>
        </p:nvCxnSpPr>
        <p:spPr>
          <a:xfrm flipV="1">
            <a:off x="6792429" y="2442285"/>
            <a:ext cx="244502" cy="493793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직선 화살표 연결선 1078">
            <a:extLst>
              <a:ext uri="{FF2B5EF4-FFF2-40B4-BE49-F238E27FC236}">
                <a16:creationId xmlns:a16="http://schemas.microsoft.com/office/drawing/2014/main" id="{42912E93-56E1-0D2C-8041-FC1B702EA384}"/>
              </a:ext>
            </a:extLst>
          </p:cNvPr>
          <p:cNvCxnSpPr>
            <a:cxnSpLocks/>
            <a:stCxn id="8" idx="3"/>
            <a:endCxn id="1066" idx="3"/>
          </p:cNvCxnSpPr>
          <p:nvPr/>
        </p:nvCxnSpPr>
        <p:spPr>
          <a:xfrm flipV="1">
            <a:off x="6792429" y="2657961"/>
            <a:ext cx="263277" cy="286486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직선 화살표 연결선 1081">
            <a:extLst>
              <a:ext uri="{FF2B5EF4-FFF2-40B4-BE49-F238E27FC236}">
                <a16:creationId xmlns:a16="http://schemas.microsoft.com/office/drawing/2014/main" id="{A99C4CA9-739B-340D-5530-49315510F98F}"/>
              </a:ext>
            </a:extLst>
          </p:cNvPr>
          <p:cNvCxnSpPr>
            <a:cxnSpLocks/>
            <a:stCxn id="8" idx="3"/>
            <a:endCxn id="1067" idx="2"/>
          </p:cNvCxnSpPr>
          <p:nvPr/>
        </p:nvCxnSpPr>
        <p:spPr>
          <a:xfrm flipV="1">
            <a:off x="6792429" y="2799409"/>
            <a:ext cx="244502" cy="145038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직선 화살표 연결선 1084">
            <a:extLst>
              <a:ext uri="{FF2B5EF4-FFF2-40B4-BE49-F238E27FC236}">
                <a16:creationId xmlns:a16="http://schemas.microsoft.com/office/drawing/2014/main" id="{5CEC6BC5-1FC2-5003-B475-B531A55BE7CE}"/>
              </a:ext>
            </a:extLst>
          </p:cNvPr>
          <p:cNvCxnSpPr>
            <a:cxnSpLocks/>
            <a:stCxn id="8" idx="3"/>
            <a:endCxn id="1071" idx="1"/>
          </p:cNvCxnSpPr>
          <p:nvPr/>
        </p:nvCxnSpPr>
        <p:spPr>
          <a:xfrm>
            <a:off x="6792429" y="2944447"/>
            <a:ext cx="263277" cy="264543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직선 화살표 연결선 1087">
            <a:extLst>
              <a:ext uri="{FF2B5EF4-FFF2-40B4-BE49-F238E27FC236}">
                <a16:creationId xmlns:a16="http://schemas.microsoft.com/office/drawing/2014/main" id="{11C29485-12D4-3C6C-AEC4-36203F07F07E}"/>
              </a:ext>
            </a:extLst>
          </p:cNvPr>
          <p:cNvCxnSpPr>
            <a:cxnSpLocks/>
            <a:stCxn id="8" idx="3"/>
            <a:endCxn id="1072" idx="2"/>
          </p:cNvCxnSpPr>
          <p:nvPr/>
        </p:nvCxnSpPr>
        <p:spPr>
          <a:xfrm>
            <a:off x="6792429" y="2944447"/>
            <a:ext cx="244502" cy="480220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직선 화살표 연결선 1090">
            <a:extLst>
              <a:ext uri="{FF2B5EF4-FFF2-40B4-BE49-F238E27FC236}">
                <a16:creationId xmlns:a16="http://schemas.microsoft.com/office/drawing/2014/main" id="{2E10E6BF-06FF-EE98-3892-1626D96949DB}"/>
              </a:ext>
            </a:extLst>
          </p:cNvPr>
          <p:cNvCxnSpPr>
            <a:cxnSpLocks/>
            <a:stCxn id="8" idx="3"/>
            <a:endCxn id="1073" idx="2"/>
          </p:cNvCxnSpPr>
          <p:nvPr/>
        </p:nvCxnSpPr>
        <p:spPr>
          <a:xfrm>
            <a:off x="6792429" y="2944447"/>
            <a:ext cx="244502" cy="666994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6" name="직사각형 1095">
            <a:extLst>
              <a:ext uri="{FF2B5EF4-FFF2-40B4-BE49-F238E27FC236}">
                <a16:creationId xmlns:a16="http://schemas.microsoft.com/office/drawing/2014/main" id="{4262FCFD-3476-A663-87AE-B99270A9F57C}"/>
              </a:ext>
            </a:extLst>
          </p:cNvPr>
          <p:cNvSpPr/>
          <p:nvPr/>
        </p:nvSpPr>
        <p:spPr>
          <a:xfrm>
            <a:off x="7558245" y="4164473"/>
            <a:ext cx="175260" cy="1600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F6FEEB0D-3121-8C4D-11A5-C10F70149615}"/>
              </a:ext>
            </a:extLst>
          </p:cNvPr>
          <p:cNvSpPr txBox="1"/>
          <p:nvPr/>
        </p:nvSpPr>
        <p:spPr>
          <a:xfrm>
            <a:off x="7236396" y="4339357"/>
            <a:ext cx="9493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기준전극</a:t>
            </a:r>
          </a:p>
        </p:txBody>
      </p:sp>
      <p:cxnSp>
        <p:nvCxnSpPr>
          <p:cNvPr id="1101" name="연결선: 꺾임 1100">
            <a:extLst>
              <a:ext uri="{FF2B5EF4-FFF2-40B4-BE49-F238E27FC236}">
                <a16:creationId xmlns:a16="http://schemas.microsoft.com/office/drawing/2014/main" id="{8EC07F85-701D-F448-3A18-47EBB74B0AED}"/>
              </a:ext>
            </a:extLst>
          </p:cNvPr>
          <p:cNvCxnSpPr>
            <a:cxnSpLocks/>
            <a:endCxn id="1096" idx="1"/>
          </p:cNvCxnSpPr>
          <p:nvPr/>
        </p:nvCxnSpPr>
        <p:spPr>
          <a:xfrm>
            <a:off x="5343227" y="3435276"/>
            <a:ext cx="2215018" cy="809207"/>
          </a:xfrm>
          <a:prstGeom prst="bentConnector3">
            <a:avLst>
              <a:gd name="adj1" fmla="val -226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91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7136E43-0605-029B-9A4C-482EA865C63E}"/>
              </a:ext>
            </a:extLst>
          </p:cNvPr>
          <p:cNvSpPr/>
          <p:nvPr/>
        </p:nvSpPr>
        <p:spPr>
          <a:xfrm>
            <a:off x="1227455" y="1008853"/>
            <a:ext cx="4579636" cy="3854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4770426-946D-14F1-4E5C-5ADF005998A3}"/>
              </a:ext>
            </a:extLst>
          </p:cNvPr>
          <p:cNvSpPr/>
          <p:nvPr/>
        </p:nvSpPr>
        <p:spPr>
          <a:xfrm>
            <a:off x="3208020" y="2487932"/>
            <a:ext cx="1459230" cy="9204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DSP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22571AF-7356-ABD7-A7D2-9B196922C960}"/>
              </a:ext>
            </a:extLst>
          </p:cNvPr>
          <p:cNvSpPr/>
          <p:nvPr/>
        </p:nvSpPr>
        <p:spPr>
          <a:xfrm>
            <a:off x="1932179" y="2765285"/>
            <a:ext cx="866775" cy="353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Hall Sensor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A055551-D913-87F8-9794-845A68FAE558}"/>
              </a:ext>
            </a:extLst>
          </p:cNvPr>
          <p:cNvSpPr/>
          <p:nvPr/>
        </p:nvSpPr>
        <p:spPr>
          <a:xfrm>
            <a:off x="3449892" y="1777322"/>
            <a:ext cx="866775" cy="353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LED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1F9BC30-CD69-8F6B-B4A0-FFDA6D6F4B13}"/>
              </a:ext>
            </a:extLst>
          </p:cNvPr>
          <p:cNvCxnSpPr>
            <a:cxnSpLocks/>
          </p:cNvCxnSpPr>
          <p:nvPr/>
        </p:nvCxnSpPr>
        <p:spPr>
          <a:xfrm flipH="1">
            <a:off x="1710436" y="1975492"/>
            <a:ext cx="12277" cy="192189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7562B60-D740-BDB8-D608-AD5B39FE25CD}"/>
              </a:ext>
            </a:extLst>
          </p:cNvPr>
          <p:cNvCxnSpPr>
            <a:cxnSpLocks/>
          </p:cNvCxnSpPr>
          <p:nvPr/>
        </p:nvCxnSpPr>
        <p:spPr>
          <a:xfrm flipH="1">
            <a:off x="1736407" y="3905250"/>
            <a:ext cx="240982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33707A9-EFDF-007A-3B22-BA7AEA87AD44}"/>
              </a:ext>
            </a:extLst>
          </p:cNvPr>
          <p:cNvCxnSpPr>
            <a:cxnSpLocks/>
          </p:cNvCxnSpPr>
          <p:nvPr/>
        </p:nvCxnSpPr>
        <p:spPr>
          <a:xfrm flipV="1">
            <a:off x="4165516" y="3408364"/>
            <a:ext cx="0" cy="320039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D198FB6-B51B-06AD-3EDA-B5CE6F17210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290274" y="3905250"/>
            <a:ext cx="23907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9BB96B5-971A-FCBA-4071-53F4F6CD264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710436" y="1954169"/>
            <a:ext cx="1739456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A28C033-F253-C55F-8AFD-2EDA338ABB50}"/>
              </a:ext>
            </a:extLst>
          </p:cNvPr>
          <p:cNvCxnSpPr>
            <a:cxnSpLocks/>
          </p:cNvCxnSpPr>
          <p:nvPr/>
        </p:nvCxnSpPr>
        <p:spPr>
          <a:xfrm flipH="1">
            <a:off x="1727870" y="2942132"/>
            <a:ext cx="198357" cy="91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CEE323B-A5C7-AEDB-208E-890B70AAF025}"/>
              </a:ext>
            </a:extLst>
          </p:cNvPr>
          <p:cNvCxnSpPr>
            <a:cxnSpLocks/>
          </p:cNvCxnSpPr>
          <p:nvPr/>
        </p:nvCxnSpPr>
        <p:spPr>
          <a:xfrm flipV="1">
            <a:off x="3874009" y="2151442"/>
            <a:ext cx="634" cy="335592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723C5E0-B0FA-56B7-A289-AB268F1E57F3}"/>
              </a:ext>
            </a:extLst>
          </p:cNvPr>
          <p:cNvCxnSpPr>
            <a:cxnSpLocks/>
          </p:cNvCxnSpPr>
          <p:nvPr/>
        </p:nvCxnSpPr>
        <p:spPr>
          <a:xfrm>
            <a:off x="2796728" y="2941175"/>
            <a:ext cx="402278" cy="0"/>
          </a:xfrm>
          <a:prstGeom prst="straightConnector1">
            <a:avLst/>
          </a:prstGeom>
          <a:ln w="95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98DF7D5-8EBE-68F7-4FE5-BE5B41254FC1}"/>
              </a:ext>
            </a:extLst>
          </p:cNvPr>
          <p:cNvCxnSpPr>
            <a:cxnSpLocks/>
          </p:cNvCxnSpPr>
          <p:nvPr/>
        </p:nvCxnSpPr>
        <p:spPr>
          <a:xfrm flipH="1">
            <a:off x="4724318" y="1270405"/>
            <a:ext cx="40005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E7471A4-02D9-5219-3FDC-8A086E06920D}"/>
              </a:ext>
            </a:extLst>
          </p:cNvPr>
          <p:cNvCxnSpPr>
            <a:cxnSpLocks/>
          </p:cNvCxnSpPr>
          <p:nvPr/>
        </p:nvCxnSpPr>
        <p:spPr>
          <a:xfrm>
            <a:off x="4724318" y="1586193"/>
            <a:ext cx="419889" cy="0"/>
          </a:xfrm>
          <a:prstGeom prst="straightConnector1">
            <a:avLst/>
          </a:prstGeom>
          <a:ln w="9525">
            <a:solidFill>
              <a:srgbClr val="00B0F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39EE4F4-D8F3-C399-0D38-3857B5A269E8}"/>
              </a:ext>
            </a:extLst>
          </p:cNvPr>
          <p:cNvSpPr txBox="1"/>
          <p:nvPr/>
        </p:nvSpPr>
        <p:spPr>
          <a:xfrm>
            <a:off x="5183422" y="1131905"/>
            <a:ext cx="5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전원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A27036-B7DC-6B1D-D18D-9F90B9C49F47}"/>
              </a:ext>
            </a:extLst>
          </p:cNvPr>
          <p:cNvSpPr txBox="1"/>
          <p:nvPr/>
        </p:nvSpPr>
        <p:spPr>
          <a:xfrm>
            <a:off x="5205173" y="1447693"/>
            <a:ext cx="5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신호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911C4FF-B090-38E9-2F6F-35CF94FFE6C2}"/>
              </a:ext>
            </a:extLst>
          </p:cNvPr>
          <p:cNvCxnSpPr>
            <a:cxnSpLocks/>
          </p:cNvCxnSpPr>
          <p:nvPr/>
        </p:nvCxnSpPr>
        <p:spPr>
          <a:xfrm>
            <a:off x="3950968" y="3429000"/>
            <a:ext cx="0" cy="47625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B14D137-20D4-B217-15C9-EC58AC4ED73D}"/>
              </a:ext>
            </a:extLst>
          </p:cNvPr>
          <p:cNvSpPr/>
          <p:nvPr/>
        </p:nvSpPr>
        <p:spPr>
          <a:xfrm>
            <a:off x="3529352" y="3728403"/>
            <a:ext cx="866775" cy="3536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배터리</a:t>
            </a:r>
          </a:p>
        </p:txBody>
      </p:sp>
    </p:spTree>
    <p:extLst>
      <p:ext uri="{BB962C8B-B14F-4D97-AF65-F5344CB8AC3E}">
        <p14:creationId xmlns:p14="http://schemas.microsoft.com/office/powerpoint/2010/main" val="349052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12F7C-4614-4905-2FC4-3CABA994BE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요구사항</a:t>
            </a:r>
          </a:p>
        </p:txBody>
      </p:sp>
    </p:spTree>
    <p:extLst>
      <p:ext uri="{BB962C8B-B14F-4D97-AF65-F5344CB8AC3E}">
        <p14:creationId xmlns:p14="http://schemas.microsoft.com/office/powerpoint/2010/main" val="507697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lIns="0" tIns="0" rIns="0" bIns="0" rtlCol="0" anchor="ctr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4637</TotalTime>
  <Words>67</Words>
  <Application>Microsoft Office PowerPoint</Application>
  <PresentationFormat>와이드스크린</PresentationFormat>
  <Paragraphs>53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요구사항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요구사항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임정우</dc:creator>
  <cp:lastModifiedBy>임정우</cp:lastModifiedBy>
  <cp:revision>9</cp:revision>
  <dcterms:created xsi:type="dcterms:W3CDTF">2023-05-04T07:21:58Z</dcterms:created>
  <dcterms:modified xsi:type="dcterms:W3CDTF">2025-03-18T05:50:25Z</dcterms:modified>
</cp:coreProperties>
</file>